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405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ОАО «РЖД»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 пассажира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Web-приложение для ОАО «РЖД»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5029200" cy="36576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Марченко Артём Дмитриевич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Рыбаков Александр Сергеевич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09.02.07 Информационные системы и программирование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цель работы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23360" cy="41148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проблемы с авторизацией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Слабая связь разделов сервиса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Неудобная навигация, мелкие кнопки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нагрузка на call-центр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продаж онлайн, но сервис устарел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023360" cy="411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80060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web-приложение «Личный кабинет пассажира» РЖД с удобным доступом к билетам, бонусам, профилю и истории поездок с улучшенной интеграцией всех разделов.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задачи: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32461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аналогов и требований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архитектуры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функциональности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и документация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 — ОАО «РЖД»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65960" cy="118872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85 000+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км ж/д путей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6596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млрд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пассажиров в год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1965960" cy="1188720"/>
          </a:xfrm>
          <a:prstGeom prst="rect">
            <a:avLst/>
          </a:prstGeom>
          <a:solidFill>
            <a:srgbClr val="0F8AC5"/>
          </a:solidFill>
          <a:ln w="12700">
            <a:solidFill>
              <a:srgbClr val="0F8AC5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61772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 онлайн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960120"/>
            <a:ext cx="1965960" cy="1188720"/>
          </a:xfrm>
          <a:prstGeom prst="rect">
            <a:avLst/>
          </a:prstGeom>
          <a:solidFill>
            <a:srgbClr val="2C7A3A"/>
          </a:solidFill>
          <a:ln w="12700">
            <a:solidFill>
              <a:srgbClr val="2C7A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76656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645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железных дорог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SWOT-анализ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2743200"/>
            <a:ext cx="4114800" cy="100584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11480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0175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сети, господдержка, бонусная программа «РЖД Бонус», высокая база клиентов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743200"/>
            <a:ext cx="4114800" cy="1005840"/>
          </a:xfrm>
          <a:prstGeom prst="rect">
            <a:avLst/>
          </a:prstGeom>
          <a:solidFill>
            <a:srgbClr val="FF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709160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Устаревший ЛК, слабая интеграция сервисов, высокая нагрузка на поддержку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4114800" cy="1005840"/>
          </a:xfrm>
          <a:prstGeom prst="rect">
            <a:avLst/>
          </a:prstGeom>
          <a:solidFill>
            <a:srgbClr val="EBF8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11480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Цифровизация, внедрение ИИ, развитие мобильных сервисов, ВСМ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840480"/>
            <a:ext cx="4114800" cy="1005840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709160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 авиа/автобус, киберугрозы, дефицит IT-кадров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аналогов — лучшие практики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09728" cy="1783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75488" y="1033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Bahn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в реал. времени, 99.9% доступность, 180 млн событий/сут.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0574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Разные ЛК для внутренних и межд. маршрутов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109728" cy="1783080"/>
          </a:xfrm>
          <a:prstGeom prst="rect">
            <a:avLst/>
          </a:prstGeom>
          <a:solidFill>
            <a:srgbClr val="0F8AC5"/>
          </a:solidFill>
          <a:ln w="12700">
            <a:solidFill>
              <a:srgbClr val="0F8A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910328" y="1033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SNCF Connect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37160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млн пользователей, объединение видов транспорта, тёмная тема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20574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Отдельный сайт для покупки, слабая поддержка 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16052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10972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75488" y="2953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Яндекс.Путешествия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" y="32918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аккаунт экосистемы, история, кэшбек «Плюс», офлайн-доступ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9776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Привязанность к экосистеме Яндекса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16052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10972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910328" y="2953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Tutu.ru / Aviasales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32918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</a:t>
            </a: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оформление, автозаполнение данных, минималистичный дизайн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0328" y="39776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Агрегаторы, не полноценные ЛК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0F8AC5"/>
          </a:solidFill>
          <a:ln w="12700">
            <a:solidFill>
              <a:srgbClr val="0F8A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(state management)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(кэш данных)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БД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(Next.js Routes)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Upstash (кэширование)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JWT-авторизация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ФЗ-152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374904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Library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(мок-сервер)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тесты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Кроссбраузерное тестирование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Адаптивность (375px – 1440px)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структура данных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БД (PostgreSQL)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3840480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0F8A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A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email, phone, created_at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3840480" cy="5943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11480" y="2020824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route, departure, price, status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3840480" cy="5943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bonus_accounts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962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balance, level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392424"/>
            <a:ext cx="3840480" cy="5943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trip_history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ticket_id, completed_at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096512"/>
            <a:ext cx="3840480" cy="5943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11480" y="413308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370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message, read, created_at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Frontend-страницы (Next.js)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280160"/>
            <a:ext cx="4023360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0F8A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983480" y="13167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A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/login, /register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554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и регистрация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984248"/>
            <a:ext cx="4023360" cy="594360"/>
          </a:xfrm>
          <a:prstGeom prst="rect">
            <a:avLst/>
          </a:prstGeom>
          <a:solidFill>
            <a:srgbClr val="F0FFF4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983480" y="20208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258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дашборд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688336"/>
            <a:ext cx="4023360" cy="59436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4983480" y="272491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/trips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9626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 билеты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392424"/>
            <a:ext cx="4023360" cy="594360"/>
          </a:xfrm>
          <a:prstGeom prst="rect">
            <a:avLst/>
          </a:prstGeom>
          <a:solidFill>
            <a:srgbClr val="FAF5FF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983480" y="34290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/bonus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6667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Бонусный счёт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4096512"/>
            <a:ext cx="4023360" cy="594360"/>
          </a:xfrm>
          <a:prstGeom prst="rect">
            <a:avLst/>
          </a:prstGeom>
          <a:solidFill>
            <a:srgbClr val="FFF1F2"/>
          </a:solidFill>
          <a:ln w="1905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4983480" y="41330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52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4370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06240" y="2560320"/>
            <a:ext cx="548640" cy="0"/>
          </a:xfrm>
          <a:prstGeom prst="line">
            <a:avLst/>
          </a:prstGeom>
          <a:noFill/>
          <a:ln w="254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4160520" y="2331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5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Реализованный функционал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88920" cy="64008"/>
          </a:xfrm>
          <a:prstGeom prst="rect">
            <a:avLst/>
          </a:prstGeom>
          <a:solidFill>
            <a:srgbClr val="0F8AC5"/>
          </a:solidFill>
          <a:ln w="12700">
            <a:solidFill>
              <a:srgbClr val="0F8A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Авторизация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вход, JWT, защита маршрутов, редирект при отсутствии сессии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8892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889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310128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Мои билеты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490472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активных и прошедших поездок, фильтрация, детальная карточка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88920" cy="1828800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889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236208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Бонусный счёт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490472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Баланс, история начислений/списаний, уровень программы лояльности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88920" cy="182880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889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84048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История поездок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3456432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Хронологический список поездок с детализацией и изменением статуса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88920" cy="182880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88920" cy="64008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3310128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5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Возврат билета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10128" y="3456432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3-шаговая форма, авторасчёт суммы: &gt;24ч −5%, 2–24ч −20%, &lt;2ч −50%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78892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8892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236208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36208" y="3456432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Дашборд: кол-во поездок, бонусы, экономия за год с переключением периода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12064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91440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Unit-тесты (Vitest + RTL)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StatsCard — значение и skeleton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RefundModal — расчёт суммы, активация кнопки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useAnalytics hook — данные и ошибки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512064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91440" cy="1737360"/>
          </a:xfrm>
          <a:prstGeom prst="rect">
            <a:avLst/>
          </a:prstGeom>
          <a:solidFill>
            <a:srgbClr val="0F8AC5"/>
          </a:solidFill>
          <a:ln w="12700">
            <a:solidFill>
              <a:srgbClr val="0F8A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тестирование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 фильтрация билетов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и подтверждение возврата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005840"/>
            <a:ext cx="320040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80644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Кроссбраузерность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124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2440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0644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126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2440" y="1783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2148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2880360"/>
            <a:ext cx="320040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80644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3291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SE 375px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32918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кол., бургер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3685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Mini 768px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3685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кол., иконки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1440px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40782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кол., sidebar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6576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работы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анализ РЖД, аналогов и потребностей пассажиров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Спроектирована архитектура и структура БД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все ключевые модули (авторизация, билеты, бонусы, аналитика, возврат)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функциональное, модульное и кроссбраузерное тестирование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Подготовлена документация для запуска приложения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108960" cy="3657600"/>
          </a:xfrm>
          <a:prstGeom prst="rect">
            <a:avLst/>
          </a:prstGeom>
          <a:solidFill>
            <a:srgbClr val="243259"/>
          </a:solidFill>
          <a:ln w="12700">
            <a:solidFill>
              <a:srgbClr val="334B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897880" y="1005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37160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ИИ-рекомендации маршрутов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Госуслугами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 поддержки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Мультимодальные перевозки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Прогнозирование спроса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Бронирование гостиниц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683</Words>
  <Application>Microsoft Office PowerPoint</Application>
  <PresentationFormat>Экран 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Личный кабинет пассажира РЖД</dc:title>
  <dc:subject>PptxGenJS Presentation</dc:subject>
  <dc:creator>PptxGenJS</dc:creator>
  <cp:lastModifiedBy>Artem Marchenko</cp:lastModifiedBy>
  <cp:revision>2</cp:revision>
  <dcterms:created xsi:type="dcterms:W3CDTF">2026-06-05T20:01:48Z</dcterms:created>
  <dcterms:modified xsi:type="dcterms:W3CDTF">2026-06-05T20:07:38Z</dcterms:modified>
</cp:coreProperties>
</file>